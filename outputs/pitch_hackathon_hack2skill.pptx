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dba7ad4de644b1" /><Relationship Type="http://schemas.openxmlformats.org/officeDocument/2006/relationships/extended-properties" Target="/docProps/app.xml" Id="Rd9d8d63b88944a5d" /><Relationship Type="http://schemas.openxmlformats.org/officeDocument/2006/relationships/officeDocument" Target="/ppt/presentation.xml" Id="Ra5481fcacd46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d045c6159044b4"/>
  </p:sldMasterIdLst>
  <p:notesMasterIdLst>
    <p:notesMasterId xmlns:r="http://schemas.openxmlformats.org/officeDocument/2006/relationships" r:id="Rf17e47adbca143ca"/>
  </p:notesMasterIdLst>
  <p:sldIdLst>
    <p:sldId xmlns:r="http://schemas.openxmlformats.org/officeDocument/2006/relationships" id="256" r:id="R1e9c7231e9064a61"/>
    <p:sldId xmlns:r="http://schemas.openxmlformats.org/officeDocument/2006/relationships" id="257" r:id="Ra78c6024321b47b2"/>
    <p:sldId xmlns:r="http://schemas.openxmlformats.org/officeDocument/2006/relationships" id="258" r:id="R81ceb8eade494f94"/>
    <p:sldId xmlns:r="http://schemas.openxmlformats.org/officeDocument/2006/relationships" id="259" r:id="Rbfc976f12963446d"/>
    <p:sldId xmlns:r="http://schemas.openxmlformats.org/officeDocument/2006/relationships" id="260" r:id="Rcf55f6e5e38c4915"/>
    <p:sldId xmlns:r="http://schemas.openxmlformats.org/officeDocument/2006/relationships" id="261" r:id="Rad8e5c529fb54ce3"/>
    <p:sldId xmlns:r="http://schemas.openxmlformats.org/officeDocument/2006/relationships" id="262" r:id="R21e687e728b64df7"/>
    <p:sldId xmlns:r="http://schemas.openxmlformats.org/officeDocument/2006/relationships" id="263" r:id="Rb03833fd2d5a4e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74007de44b4afb" /><Relationship Type="http://schemas.openxmlformats.org/officeDocument/2006/relationships/slideMaster" Target="/ppt/slideMasters/slideMaster1.xml" Id="Rbad045c6159044b4" /><Relationship Type="http://schemas.openxmlformats.org/officeDocument/2006/relationships/notesMaster" Target="/ppt/notesMasters/notesMaster1.xml" Id="Rf17e47adbca143ca" /><Relationship Type="http://schemas.openxmlformats.org/officeDocument/2006/relationships/presProps" Target="/ppt/presProps.xml" Id="R41adcf5b512a463f" /><Relationship Type="http://schemas.openxmlformats.org/officeDocument/2006/relationships/tableStyles" Target="/ppt/tableStyles.xml" Id="Rf74ccb5cb7594a8e" /><Relationship Type="http://schemas.openxmlformats.org/officeDocument/2006/relationships/slide" Target="/ppt/slides/slide1.xml" Id="R1e9c7231e9064a61" /><Relationship Type="http://schemas.openxmlformats.org/officeDocument/2006/relationships/slide" Target="/ppt/slides/slide2.xml" Id="Ra78c6024321b47b2" /><Relationship Type="http://schemas.openxmlformats.org/officeDocument/2006/relationships/slide" Target="/ppt/slides/slide3.xml" Id="R81ceb8eade494f94" /><Relationship Type="http://schemas.openxmlformats.org/officeDocument/2006/relationships/slide" Target="/ppt/slides/slide4.xml" Id="Rbfc976f12963446d" /><Relationship Type="http://schemas.openxmlformats.org/officeDocument/2006/relationships/slide" Target="/ppt/slides/slide5.xml" Id="Rcf55f6e5e38c4915" /><Relationship Type="http://schemas.openxmlformats.org/officeDocument/2006/relationships/slide" Target="/ppt/slides/slide6.xml" Id="Rad8e5c529fb54ce3" /><Relationship Type="http://schemas.openxmlformats.org/officeDocument/2006/relationships/slide" Target="/ppt/slides/slide7.xml" Id="R21e687e728b64df7" /><Relationship Type="http://schemas.openxmlformats.org/officeDocument/2006/relationships/slide" Target="/ppt/slides/slide8.xml" Id="Rb03833fd2d5a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e5172de256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a3433211a04830" /><Relationship Type="http://schemas.openxmlformats.org/officeDocument/2006/relationships/notesMaster" Target="/ppt/notesMasters/notesMaster1.xml" Id="R3ba68822894c42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e945dd89564d21" /><Relationship Type="http://schemas.openxmlformats.org/officeDocument/2006/relationships/notesMaster" Target="/ppt/notesMasters/notesMaster1.xml" Id="Rd2af5680706844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e71ead2cd74fd2" /><Relationship Type="http://schemas.openxmlformats.org/officeDocument/2006/relationships/notesMaster" Target="/ppt/notesMasters/notesMaster1.xml" Id="R62fdadd3da9b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8291503b71410d" /><Relationship Type="http://schemas.openxmlformats.org/officeDocument/2006/relationships/notesMaster" Target="/ppt/notesMasters/notesMaster1.xml" Id="R7445853184c942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20f4ec7884771" /><Relationship Type="http://schemas.openxmlformats.org/officeDocument/2006/relationships/notesMaster" Target="/ppt/notesMasters/notesMaster1.xml" Id="Re8e55fd99be743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4016bb137c44e1" /><Relationship Type="http://schemas.openxmlformats.org/officeDocument/2006/relationships/notesMaster" Target="/ppt/notesMasters/notesMaster1.xml" Id="R3d0d54d3813f44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45a7add69b4721" /><Relationship Type="http://schemas.openxmlformats.org/officeDocument/2006/relationships/notesMaster" Target="/ppt/notesMasters/notesMaster1.xml" Id="R21cb0f076cea4e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8b05a7d63f4e4d" /><Relationship Type="http://schemas.openxmlformats.org/officeDocument/2006/relationships/notesMaster" Target="/ppt/notesMasters/notesMaster1.xml" Id="R482611e14b52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d200058d1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edc5b678ec4c8f" /><Relationship Type="http://schemas.openxmlformats.org/officeDocument/2006/relationships/slideLayout" Target="/ppt/slideLayouts/slideLayout1.xml" Id="Rd6a06b9cf1eb4a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a06b9cf1eb4a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98cb621c44c17" /><Relationship Type="http://schemas.openxmlformats.org/officeDocument/2006/relationships/notesSlide" Target="/ppt/notesSlides/notesSlide1.xml" Id="R1182f0a33fca41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83a9255414a83" /><Relationship Type="http://schemas.openxmlformats.org/officeDocument/2006/relationships/notesSlide" Target="/ppt/notesSlides/notesSlide2.xml" Id="R85cf51bdfaf24e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691a1ef2444a7" /><Relationship Type="http://schemas.openxmlformats.org/officeDocument/2006/relationships/notesSlide" Target="/ppt/notesSlides/notesSlide3.xml" Id="R105f5946e9f047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22758874a4836" /><Relationship Type="http://schemas.openxmlformats.org/officeDocument/2006/relationships/notesSlide" Target="/ppt/notesSlides/notesSlide4.xml" Id="Rc3ebb5cf0a3044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c449293e84f80" /><Relationship Type="http://schemas.openxmlformats.org/officeDocument/2006/relationships/notesSlide" Target="/ppt/notesSlides/notesSlide5.xml" Id="R51a0dea07e0141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35770bed74545" /><Relationship Type="http://schemas.openxmlformats.org/officeDocument/2006/relationships/image" Target="/ppt/media/image.png" Id="R4d67dbf9e61f4432" /><Relationship Type="http://schemas.openxmlformats.org/officeDocument/2006/relationships/notesSlide" Target="/ppt/notesSlides/notesSlide6.xml" Id="Rf24808aa38354b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3d16af8ee4c02" /><Relationship Type="http://schemas.openxmlformats.org/officeDocument/2006/relationships/notesSlide" Target="/ppt/notesSlides/notesSlide7.xml" Id="R8f91da23e94440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9fe6028f5408d" /><Relationship Type="http://schemas.openxmlformats.org/officeDocument/2006/relationships/notesSlide" Target="/ppt/notesSlides/notesSlide8.xml" Id="R1d478960516348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58D44-067D-46AE-9C2C-D196470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D28BA-FC0B-4759-9994-B8FFB2CE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2362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AI RECRUITMENT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998FD-883A-45BA-AE43-D080AB84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Redrob Scout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85AB8-EE5F-49EE-8260-27FFE8F0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A deployed candidate-ranking console that makes hiring smarter by finding production AI/search builders instead of keyword-stuffed resumes.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78D74-7DC0-4001-99E2-1297C906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https://ai-recruitment-ayush.vercel.app/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37934-5F6B-44EB-ACD0-FCA815D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C4BA4-F5DE-405E-B371-266DAABB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29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16C"/>
                </a:solidFill>
                <a:latin typeface="Aptos"/>
                <a:ea typeface="Aptos"/>
                <a:cs typeface="Aptos"/>
              </a:rPr>
              <a:t>CANDIDATE POOL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4BBFE-D980-4E62-A137-A85E02A9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100K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2CB81-E28A-4BD2-A0F3-FBE6743F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offline profiles scanned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25F4E-9C58-4FDA-AD1C-E84B5D67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6720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91611-833F-4073-99AF-800D7CD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29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16C"/>
                </a:solidFill>
                <a:latin typeface="Aptos"/>
                <a:ea typeface="Aptos"/>
                <a:cs typeface="Aptos"/>
              </a:rPr>
              <a:t>VALID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33917-8133-4E2F-B462-ED31395E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67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B1FA2-334C-40CA-86DE-75D05ACB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ranked CSV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1DEAF-7293-4BF2-9A28-22A1ABF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6720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306C5-2A21-496C-8A41-7C116016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29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16C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AB1A5-0B9A-4849-8EBC-0B45BA42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67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197s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CBF9E-7184-44B1-BF0B-34C3C0F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CPU-only, no APIs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28E83-AC8F-4F11-989F-F60FFBF0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00100"/>
            <a:ext cx="2667000" cy="4667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EE829-879B-4041-872D-11A8DE45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162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Built to win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B2BA0-6B14-4012-B71B-429F6128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4E5DC-9864-478C-8FE8-D718E44B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Top-heavy ranking tuned for NDCG@10 / NDCG@50.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005C9-9F92-4C6F-B883-AE264892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1A322-CB5C-45C8-A845-B3E8E5EB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Explicit honeypot and anti-signal defenses.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34E7C-78B0-46D4-BF71-90FA1CBA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C4DB2-9D67-4689-9A9D-834BD63B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Auditable reasoning for manual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8397C-7272-421A-AF2D-C4ED3A1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09F0A-21D1-47A6-B33A-8E17BEBD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05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Live recruiter-style product demo.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B00A9-4F39-4F9A-B1DC-472B9967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A5A4E-6B0E-47F5-95B1-BA10EF9B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9547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26C06-42FF-4338-8E55-16011D8F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6B42-1F04-4456-BA0A-EDC096D3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114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1. CHALLENGE TACKLED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4E590-1926-4C51-B815-D6EE52EB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AI Recruitment: smarter candidate discovery and ranking.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7FCF2-CDCC-439B-8393-3587D97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Among the three hackathon tracks, this project tackles the hiring problem: how to identify truly relevant, reachable candidates from a noisy talent pool.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08633-4B36-4A05-AFCD-E9B61459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FE15C-D3F0-45A2-AAB5-BF56B211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99649-EA2A-4901-A0D6-9A7ACA9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9A3D5-6F82-422A-9579-E6ADAC67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The 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01896-4818-48F5-B6C0-1C34576D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Find the top 100 candidates for a Senior AI Engineer founding-team role from 100,000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5F66A-BA98-4BF0-9094-5592F31C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558AF-E8DA-49A7-BEB3-5D59FDEB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The 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38526-496F-495D-BC27-912F6501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The right answer is not who lists the most AI keywords. Non-ML profiles can look artificially strong.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9C3F8-7355-42FF-AA85-8DBAE578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CF3BF-CFC7-4690-AE60-F8381F18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The real 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38A87-1534-4AAF-83AC-25031F5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Surface production search, retrieval, ranking, and evaluation builders who recruiters can actually contact.</a:t>
            </a:r>
          </a:p>
        </p:txBody>
      </p:sp>
    </p:spTree>
    <p:extLst>
      <p:ext uri="{BB962C8B-B14F-4D97-AF65-F5344CB8AC3E}">
        <p14:creationId xmlns:p14="http://schemas.microsoft.com/office/powerpoint/2010/main" val="1222349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865BC-FE9E-4281-A514-66C316CE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206E5-2D3F-4798-8CA8-46CD863E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3430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2.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404A4-B265-4E7A-916A-569DF23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Redrob Scout is an offline ranker plus recruiter review console.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57FB1-6719-4C3C-8D27-0BCCE6A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It turns raw profiles into a validated shortlist, with transparent evidence and risk flags for every recommended candidate.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ACB68-85D3-4E64-A251-9EC8AC3E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525D4-A25A-4A7C-B110-AA89BC65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384D4-E83F-4A4D-8C45-B7F9159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D9608-7C48-4C5A-9E66-90A965BE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7BA77-F86E-4515-AE3F-76EA31BF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670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31F9D-1C3E-4C34-90B8-6EB8AD6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Deterministic scorer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EB39E-5DB8-49F2-97D0-7E0FEC34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Scores career evidence, skills, role fit, behavior, logistics, and penalties in one pass.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8E6B1-2C22-4E9C-84A9-8DFF65D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0A432-3118-43E5-8C6D-AFD0AF9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0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86821-993F-4839-8677-ECF8E420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670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74DEC-D3AB-4741-82F0-4CC2B78E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Explainable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CA37A-6AAF-4868-BCB1-1090091B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Writes the exact challenge schema with candidate-specific reasoning for manual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74350-9236-4C11-85D6-ADA03443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A3FE-32CA-4A43-AA08-1386DF6C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48BB2-A84E-4CD2-AFEA-1469F96F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0A4F1-9188-431C-862F-9B13C7AF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Recruiter console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D887C-30F6-4A33-9F85-78E3CFBA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052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Lets judges search, filter, inspect breakdowns, and download the final ranked CSV.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FEA6A-C89B-4A4C-8A93-12640B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3F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3F3A"/>
                </a:solidFill>
                <a:latin typeface="Aptos"/>
                <a:ea typeface="Aptos"/>
                <a:cs typeface="Aptos"/>
              </a:rPr>
              <a:t>Why this matters: recruiters do not need another black box. They need a shortlist they can trust, inspect, and act on.</a:t>
            </a:r>
          </a:p>
        </p:txBody>
      </p:sp>
    </p:spTree>
    <p:extLst>
      <p:ext uri="{BB962C8B-B14F-4D97-AF65-F5344CB8AC3E}">
        <p14:creationId xmlns:p14="http://schemas.microsoft.com/office/powerpoint/2010/main" val="1566806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26FE6-3480-4F8C-998C-4F7B86F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17210-0771-44CE-BE93-4379C345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3AAAF-3A6B-4FE1-A9D6-B4FA900D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A scoring pipeline designed around the JD, not generic similarity.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7B8B7-331A-42ED-AF5B-DE180F1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The ranker rewards proof of production retrieval/ranking and down-weights candidates who only look good in the skills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A3BB7-9B77-4FBE-80B3-44ADEF97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17E9-106F-4433-ADDF-67D20BC6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3C804-C65A-4B0A-9CC2-A77ADE9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80CE5-D018-4065-9B69-2CE95F70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71829-CCB3-4D5A-920E-84BD1115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Stream candidates.jsonl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F2A12-A348-45AF-B1A8-90A1813F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38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6C006-E489-4649-8E3F-56B480B5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1C06B-E30F-4CCB-BC87-263317FF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4CA00-028D-4A94-8FBC-3E32D645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Parse title, career, skills, assessments,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503F6-6121-4F32-8D50-367DE306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C1ADB-2BD5-46FB-93AD-C70035F2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CD20F-A6BA-43C9-85CB-A5055FA2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75CA4-EB9F-4F34-B9EE-CC2DCBB8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Weight technical, role, experience, behavior,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EBBF6-924D-4449-A85E-F45408D5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83701-1765-4F19-B747-54F1BB7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412A8-67FE-46C8-8720-FD36D076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Defend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13CF6-EB62-44CD-9CEE-C7BCD4E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Flag traps and apply penalties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090B2-900D-463B-A2BA-117BDF1C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A2109-7191-437A-95F4-B1E57213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FF086-07F0-40DB-806B-73B5963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42239-04FD-4D05-80D9-E2BF30FE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909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Top-100 CSV + dashboard payload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2ED40-C7A1-4BBE-9A7F-73820573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Competition edge: hidden scoring is top-heavy, so the system protects the top 10 from keyword-stuffers, stale profiles, services-only careers, and impossible timelines.</a:t>
            </a:r>
          </a:p>
        </p:txBody>
      </p:sp>
    </p:spTree>
    <p:extLst>
      <p:ext uri="{BB962C8B-B14F-4D97-AF65-F5344CB8AC3E}">
        <p14:creationId xmlns:p14="http://schemas.microsoft.com/office/powerpoint/2010/main" val="1206325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63BCEF-6D3B-4299-891A-E4E8965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76E34-875B-4B5C-A6F0-1A386C21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6859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3.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47FD6-FF55-4B3C-B34A-39FE0BFF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A recruiter can move from shortlist to decision in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10B26-2BCC-44DA-8FA2-3033B592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The product behaves like a review cockpit: rank first, then inspect why, then 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0B474-ADDA-41CD-A638-E1D08723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D66A3-4C96-4455-B347-9CDBCD58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FFBA8-CBBB-4EA3-8352-AB0B39F9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F48F8-0BAB-413F-827E-DB2047F2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8B378-6535-4CBD-936C-9A31720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Open live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89579-A8EF-4319-9BE2-A5B68204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00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Recruiter lands on the ranked shortlist and sees top-fit candidate evidence immediately.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373D4-F5E9-40B1-B24F-1C0CA5E2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E2DDB-A37D-4212-8C0F-44D87A5F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92873-F670-44D0-AD9D-EB9AE47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Filter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951B1-13A6-4D9B-B518-193D43F2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386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Adjust score, open-to-work, notice period, India fit, or keyword search.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B86E8-496B-4A10-968C-7E9EF5E1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47E1C-0593-4CE8-852B-E6DFCBB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42BA1-4A55-4D2F-B60A-E77BAD85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Inspect candidate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FCDA2-4E8D-408A-9424-7FDE9C1B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Read reasoning, breakdown bars, behavior signals, skills, and career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FE854-F60A-4333-BB50-A435BD0F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3A"/>
          </a:solidFill>
          <a:ln xmlns:a="http://schemas.openxmlformats.org/drawingml/2006/main" w="9525">
            <a:solidFill>
              <a:srgbClr val="073F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B5003-650E-4D1F-B91E-14347D9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8B0FC-A944-4482-9C37-094C666B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91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Export shortlist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B5364-F879-442C-A1AE-91060762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150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Download a valid CSV for submission or recruiter workflow.</a:t>
            </a:r>
          </a:p>
        </p:txBody>
      </p:sp>
    </p:spTree>
    <p:extLst>
      <p:ext uri="{BB962C8B-B14F-4D97-AF65-F5344CB8AC3E}">
        <p14:creationId xmlns:p14="http://schemas.microsoft.com/office/powerpoint/2010/main" val="1282959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E8FE6-5B31-423A-8498-5F5098A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FA25A-2CCB-4042-A54F-D33EB0E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57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4. MOCKUP / LIVE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D7AB0-68EB-44FD-B295-957FD464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The deployed dashboard proves the idea is real.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617C7-6E19-4E49-9F4C-CE98706D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This is not just a model artifact: the shortlist is browsable, searchable, filterable, and ready for review at the Vercel URL.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35C46-4A54-434E-832F-857BC0C2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3006E-709C-4222-B854-4A3CBBF6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438F3-93ED-4B40-879B-8716104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72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7dbf9e61f4432"/>
          <a:srcRect xmlns:a="http://schemas.openxmlformats.org/drawingml/2006/main" l="0" t="33178" r="0" b="33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3028950"/>
            <a:ext cx="10191750" cy="28575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90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8BAE4-D5E7-4560-8D5B-59C61340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32DA2-68A4-48F6-9D63-3D79D10B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771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WHY THIS CAN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8EC6D-7A5B-4BA2-938F-E3FEF9C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The product is optimized for the parts judges actually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B0B15-9B42-47A9-B34A-0B657407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It combines a strong top-heavy ranking strategy with reproducibility, human-readable reasoning, and a deployed review UX.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14A7A-A9EB-469A-AE36-4032BDA5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94B4B-FC7B-4398-8A1C-3CFD9558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9FC2F-D3C5-4E10-8C5D-45870B3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9D27A-AFAE-4DE9-AE1F-5765544C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16C"/>
                </a:solidFill>
                <a:latin typeface="Aptos"/>
                <a:ea typeface="Aptos"/>
                <a:cs typeface="Aptos"/>
              </a:rPr>
              <a:t>TOP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72ACB-B91C-4671-B2E4-52B838D1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0.928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A78AB-4056-4AD1-A4CE-6C1761B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best-fit composite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5F123-F3D9-4E21-A798-40DE0C4F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14868-3DFB-45A1-817F-B3CB05DB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16C"/>
                </a:solidFill>
                <a:latin typeface="Aptos"/>
                <a:ea typeface="Aptos"/>
                <a:cs typeface="Aptos"/>
              </a:rPr>
              <a:t>CUTOFF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0DE6A-4416-45E1-AC1E-1717F3F9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0.696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8D8E7-FF4F-453E-B9C1-1ADFD65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rank-100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9FCB5-B8EE-404D-B23B-D2C5D831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9B0FD-6A04-4CEA-96BD-9BF151D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670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16C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21339-653A-4717-B524-38329CDB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D8C84-9E87-4615-ADA3-116F8F1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recruiter-ready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C5F09-3856-4FF6-A880-E3775A83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153BD-C7CA-4107-B320-C6A29B7A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670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16C"/>
                </a:solidFill>
                <a:latin typeface="Aptos"/>
                <a:ea typeface="Aptos"/>
                <a:cs typeface="Aptos"/>
              </a:rPr>
              <a:t>INDIA 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6B323-4CD3-4B8D-AEF4-5ADD9F97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796F"/>
                </a:solidFill>
                <a:latin typeface="Aptos Display"/>
                <a:ea typeface="Aptos Display"/>
                <a:cs typeface="Aptos Display"/>
              </a:rPr>
              <a:t>98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4E9E6-F53D-4544-810B-710C65C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India-based shortlist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CC62A-8752-4064-81E5-A6C7F74B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24C88-E5A0-4308-B977-899E3A2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NDCG@10 focus: strongest production AI/search builders are placed at the top.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32E83-9371-4C54-A9E3-C26226F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2D800-9753-40E9-94C6-67F9DBD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Manual-review focus: every row includes specific facts and honest concerns.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975D28-1127-414C-8BC6-D430F2EA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75413-32FA-43DE-A07A-EA2B453C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95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Reproduction focus: Python standard library, CPU-only, no network calls.</a:t>
            </a:r>
          </a:p>
        </p:txBody>
      </p:sp>
    </p:spTree>
    <p:extLst>
      <p:ext uri="{BB962C8B-B14F-4D97-AF65-F5344CB8AC3E}">
        <p14:creationId xmlns:p14="http://schemas.microsoft.com/office/powerpoint/2010/main" val="1779294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5D3831-D87D-4D36-872C-7C6A9421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14F29-82A0-44D5-B2C0-DCB5A2CC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57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SUBMISSION-READY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6F9C-8F53-45B5-BE1A-F0040A9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3201D"/>
                </a:solidFill>
                <a:latin typeface="Aptos Display"/>
                <a:ea typeface="Aptos Display"/>
                <a:cs typeface="Aptos Display"/>
              </a:rPr>
              <a:t>Clean repo, deployed demo, final CSV, and this pitch deck.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8E1C9-519B-4DE2-923E-0631CC8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Everything is structured so a judge can reproduce, inspect, and defend the work without guessing.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89FBF-907A-47FB-8B25-025A6666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71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6C"/>
                </a:solidFill>
                <a:latin typeface="Aptos"/>
                <a:ea typeface="Aptos"/>
                <a:cs typeface="Aptos"/>
              </a:rPr>
              <a:t>Live demo: ai-recruitment-ayush.vercel.app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8714C-746E-4A48-B90D-E496F3ED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879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9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8C459-2BD3-4FAA-B2D7-8E96A325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2D519-616C-4630-911C-A8E1C88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Deliverables in repo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7C303-F848-4900-8810-117E4D0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B95E3-F18D-42D5-911B-ADCF4D92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outputs/redrob_scout_submission.csv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40A70-CD34-45AC-9ED4-63ADE8D7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E93B3-FF1D-4B1D-98E5-83CD383B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67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outputs/redrob_scout_hackathon_pitch.pptx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9481C-CD6C-4E0F-BDD3-4223BF88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F4F31-5D59-42E9-85AC-F09F79CA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48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README.md + docs/approach.md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A4C7E-9241-4E51-8BE1-FA8BD9D7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7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5726E-71F2-4F7A-BFCB-DA63134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01D"/>
                </a:solidFill>
                <a:latin typeface="Aptos"/>
                <a:ea typeface="Aptos"/>
                <a:cs typeface="Aptos"/>
              </a:rPr>
              <a:t>Final judge message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190E1-796F-4D73-8C0B-D8D4E7AB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361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320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01D"/>
                </a:solidFill>
                <a:latin typeface="Aptos"/>
                <a:ea typeface="Aptos"/>
                <a:cs typeface="Aptos"/>
              </a:rPr>
              <a:t>Redrob Scout makes hiring smarter by ranking for real production evidence, recruiter reachability, and explainability - then proving it with a live dashboard.</a:t>
            </a:r>
          </a:p>
        </p:txBody>
      </p:sp>
    </p:spTree>
    <p:extLst>
      <p:ext uri="{BB962C8B-B14F-4D97-AF65-F5344CB8AC3E}">
        <p14:creationId xmlns:p14="http://schemas.microsoft.com/office/powerpoint/2010/main" val="1065011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2026-06-20T08:28:39.7060000Z</dcterms:created>
  <dcterms:modified xsi:type="dcterms:W3CDTF">2026-06-20T08:28:39.7060000Z</dcterms:modified>
</coreProperties>
</file>